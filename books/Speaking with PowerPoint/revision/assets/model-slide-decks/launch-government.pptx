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Three-Month Support Desk 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support desk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331720"/>
            <a:ext cx="99669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7780">
            <a:solidFill>
              <a:srgbClr val="3C79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788920"/>
            <a:ext cx="89611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today: schedule, staffing, and review measures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Online Form Questions Happen Before Submission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support desk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form inquiries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312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486656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1248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Attachments or fields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1248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47%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13192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7784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contact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77784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Support Desk Helps Before Submission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support desk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starts form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8980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88436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9876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point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07608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submits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46236" y="3145536"/>
            <a:ext cx="182880" cy="347472"/>
          </a:xfrm>
          <a:prstGeom prst="rightArrow">
            <a:avLst/>
          </a:prstGeom>
          <a:solidFill>
            <a:srgbClr val="3C7964">
              <a:alpha val="90000"/>
            </a:srgbClr>
          </a:solidFill>
          <a:ln w="12700">
            <a:solidFill>
              <a:srgbClr val="3C796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5692" y="2788920"/>
            <a:ext cx="2482596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3C79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7132" y="3026664"/>
            <a:ext cx="22997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review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Desk Reduces Preventable Repeat 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support desk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514600"/>
            <a:ext cx="28315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incomplete forms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86656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7824" y="2514600"/>
            <a:ext cx="28315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repeat contacts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13192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3C79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4360" y="2514600"/>
            <a:ext cx="28315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 guidance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Pilot Starts Limited and Reviews Evidence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support desk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383280"/>
            <a:ext cx="10058400" cy="0"/>
          </a:xfrm>
          <a:prstGeom prst="line">
            <a:avLst/>
          </a:prstGeom>
          <a:noFill/>
          <a:ln w="27940">
            <a:solidFill>
              <a:srgbClr val="3C79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99666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79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guide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01718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79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3300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3028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3028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hours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303770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79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guidance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0005822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C79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7404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7132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7132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C7964"/>
          </a:solidFill>
          <a:ln w="12700">
            <a:solidFill>
              <a:srgbClr val="3C79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Government-agency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Pilot Approval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support desk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9844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schedule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49580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039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8840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staffing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8576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3C79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035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79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7836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review measures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BR2e / Presentation Skills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Launch: Government Agency</dc:title>
  <dc:subject>Application Support Desk Pilot</dc:subject>
  <dc:creator>Language Services</dc:creator>
  <cp:lastModifiedBy>Language Services</cp:lastModifiedBy>
  <cp:revision>1</cp:revision>
  <dcterms:created xsi:type="dcterms:W3CDTF">2026-08-13T05:29:36Z</dcterms:created>
  <dcterms:modified xsi:type="dcterms:W3CDTF">2026-08-13T05:29:36Z</dcterms:modified>
</cp:coreProperties>
</file>