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a Controlled Expansion of the Exception Resolution Pilot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resolution pilot results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331720"/>
            <a:ext cx="491490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98448" y="2907792"/>
            <a:ext cx="432968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today: expand to two more desks for six weeks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240780" y="2331720"/>
            <a:ext cx="491490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2E6F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537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33388" y="2907792"/>
            <a:ext cx="432968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Controls: morning log check + duplicate-entry owner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Pilot Targeted Unclear Exception Ownership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resolution pilot results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54480" y="2221992"/>
            <a:ext cx="3081528" cy="822960"/>
          </a:xfrm>
          <a:prstGeom prst="roundRect">
            <a:avLst>
              <a:gd name="adj" fmla="val 4444"/>
            </a:avLst>
          </a:prstGeom>
          <a:solidFill>
            <a:srgbClr val="F8E8EC"/>
          </a:solidFill>
          <a:ln w="12700">
            <a:solidFill>
              <a:srgbClr val="A63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2395728"/>
            <a:ext cx="2935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A63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1627632" y="2624328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messages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4672584" y="2441448"/>
            <a:ext cx="128016" cy="256032"/>
          </a:xfrm>
          <a:prstGeom prst="rightArrow">
            <a:avLst/>
          </a:prstGeom>
          <a:solidFill>
            <a:srgbClr val="A63B52">
              <a:alpha val="90000"/>
            </a:srgbClr>
          </a:solidFill>
          <a:ln w="12700">
            <a:solidFill>
              <a:srgbClr val="A63B5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37176" y="2221992"/>
            <a:ext cx="3081528" cy="822960"/>
          </a:xfrm>
          <a:prstGeom prst="roundRect">
            <a:avLst>
              <a:gd name="adj" fmla="val 4444"/>
            </a:avLst>
          </a:prstGeom>
          <a:solidFill>
            <a:srgbClr val="F8E8EC"/>
          </a:solidFill>
          <a:ln w="12700">
            <a:solidFill>
              <a:srgbClr val="A63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395728"/>
            <a:ext cx="2935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A63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910328" y="2624328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7955280" y="2441448"/>
            <a:ext cx="128016" cy="256032"/>
          </a:xfrm>
          <a:prstGeom prst="rightArrow">
            <a:avLst/>
          </a:prstGeom>
          <a:solidFill>
            <a:srgbClr val="A63B52">
              <a:alpha val="90000"/>
            </a:srgbClr>
          </a:solidFill>
          <a:ln w="12700">
            <a:solidFill>
              <a:srgbClr val="A63B5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2221992"/>
            <a:ext cx="3081528" cy="822960"/>
          </a:xfrm>
          <a:prstGeom prst="roundRect">
            <a:avLst>
              <a:gd name="adj" fmla="val 4444"/>
            </a:avLst>
          </a:prstGeom>
          <a:solidFill>
            <a:srgbClr val="F8E8EC"/>
          </a:solidFill>
          <a:ln w="12700">
            <a:solidFill>
              <a:srgbClr val="A63B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3024" y="2395728"/>
            <a:ext cx="2935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A63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Rework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8193024" y="2624328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clarification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713232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554480" y="4279392"/>
            <a:ext cx="3081528" cy="822960"/>
          </a:xfrm>
          <a:prstGeom prst="roundRect">
            <a:avLst>
              <a:gd name="adj" fmla="val 4444"/>
            </a:avLst>
          </a:prstGeom>
          <a:solidFill>
            <a:srgbClr val="E5F1F6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27632" y="4453128"/>
            <a:ext cx="2935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log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1627632" y="4681728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place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4672584" y="4498848"/>
            <a:ext cx="128016" cy="256032"/>
          </a:xfrm>
          <a:prstGeom prst="rightArrow">
            <a:avLst/>
          </a:prstGeom>
          <a:solidFill>
            <a:srgbClr val="2E6F95">
              <a:alpha val="90000"/>
            </a:srgbClr>
          </a:solidFill>
          <a:ln w="12700">
            <a:solidFill>
              <a:srgbClr val="2E6F9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37176" y="4279392"/>
            <a:ext cx="3081528" cy="822960"/>
          </a:xfrm>
          <a:prstGeom prst="roundRect">
            <a:avLst>
              <a:gd name="adj" fmla="val 4444"/>
            </a:avLst>
          </a:prstGeom>
          <a:solidFill>
            <a:srgbClr val="E5F1F6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4453128"/>
            <a:ext cx="2935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4910328" y="4681728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daily time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955280" y="4498848"/>
            <a:ext cx="128016" cy="256032"/>
          </a:xfrm>
          <a:prstGeom prst="rightArrow">
            <a:avLst/>
          </a:prstGeom>
          <a:solidFill>
            <a:srgbClr val="2E6F95">
              <a:alpha val="90000"/>
            </a:srgbClr>
          </a:solidFill>
          <a:ln w="12700">
            <a:solidFill>
              <a:srgbClr val="2E6F9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19872" y="4279392"/>
            <a:ext cx="3081528" cy="822960"/>
          </a:xfrm>
          <a:prstGeom prst="roundRect">
            <a:avLst>
              <a:gd name="adj" fmla="val 4444"/>
            </a:avLst>
          </a:prstGeom>
          <a:solidFill>
            <a:srgbClr val="E5F1F6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93024" y="4453128"/>
            <a:ext cx="2935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8193024" y="4681728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late handoffs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Handoffs Fell from 38 to 27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resolution pilot results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35480" y="3620801"/>
            <a:ext cx="411480" cy="1271239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89760" y="3364769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29840" y="3988791"/>
            <a:ext cx="411480" cy="903249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4120" y="3732759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5349240"/>
            <a:ext cx="249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document handoffs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440680" y="4156060"/>
            <a:ext cx="411480" cy="73598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39000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4356781"/>
            <a:ext cx="411480" cy="535259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4100749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93920" y="5349240"/>
            <a:ext cx="249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Rework time (min)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945880" y="3286264"/>
            <a:ext cx="411480" cy="1605776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00160" y="3030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540240" y="2148840"/>
            <a:ext cx="411480" cy="27432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94520" y="18928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99120" y="5349240"/>
            <a:ext cx="249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clearer (%)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188720" y="1627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practice data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869680" y="1609344"/>
            <a:ext cx="118872" cy="11887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1572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738360" y="1609344"/>
            <a:ext cx="118872" cy="11887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21240" y="1572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Is Positive, but Two Controls Are Needed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resolution pilot results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74520"/>
            <a:ext cx="4572000" cy="3291840"/>
          </a:xfrm>
          <a:prstGeom prst="roundRect">
            <a:avLst>
              <a:gd name="adj" fmla="val 1667"/>
            </a:avLst>
          </a:prstGeom>
          <a:solidFill>
            <a:srgbClr val="E5F1F6"/>
          </a:solidFill>
          <a:ln w="1524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improved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788920"/>
            <a:ext cx="365760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Clearer ownership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repeated messages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4572000" cy="3291840"/>
          </a:xfrm>
          <a:prstGeom prst="roundRect">
            <a:avLst>
              <a:gd name="adj" fmla="val 1667"/>
            </a:avLst>
          </a:prstGeom>
          <a:solidFill>
            <a:srgbClr val="FFF3D1"/>
          </a:solidFill>
          <a:ln w="15240">
            <a:solidFill>
              <a:srgbClr val="D1A6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A6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remains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788920"/>
            <a:ext cx="365760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 updates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entries: 9 cases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Expand, but Do Not Move to Full Rollout Yet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resolution pilot results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more desks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486656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2E6F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1248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51248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weeks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013192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2E6F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7784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77784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measures + volume-adjusted view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6/6 backup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Check: Improvement Remained Visible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resolution pilot results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question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volume lower?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486656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2E6F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1248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51248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result against average daily volume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013192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2E6F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4360" y="2514600"/>
            <a:ext cx="28315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only if asked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BR2e / Presentation Skills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Results Briefing: Business Client</dc:title>
  <dc:subject>Exception Resolution Pilot</dc:subject>
  <dc:creator>Language Services</dc:creator>
  <cp:lastModifiedBy>Language Services</cp:lastModifiedBy>
  <cp:revision>1</cp:revision>
  <dcterms:created xsi:type="dcterms:W3CDTF">2026-08-13T05:29:36Z</dcterms:created>
  <dcterms:modified xsi:type="dcterms:W3CDTF">2026-08-13T05:29:36Z</dcterms:modified>
</cp:coreProperties>
</file>