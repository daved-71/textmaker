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Four-Week Workflow Pilot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import document handoff delays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today: pilot the shared exception log.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checkpoint owner.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delay and rework after four weeks.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 Notes Are Spread Across Three Places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import document handoff delays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split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81856" y="3145536"/>
            <a:ext cx="182880" cy="34747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1312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2752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Spreadsheet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92752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details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33360" y="3145536"/>
            <a:ext cx="182880" cy="34747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52816" y="2788920"/>
            <a:ext cx="3395472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3970">
            <a:solidFill>
              <a:srgbClr val="2E6F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44256" y="3026664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messages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44256" y="3355848"/>
            <a:ext cx="321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unclear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Delays Involve Unclear Handoff Notes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import document handoff delays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handoffs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486656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1248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Unclear notes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1248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61%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13192" y="2148840"/>
            <a:ext cx="323392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2E6F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7784" y="2395728"/>
            <a:ext cx="2904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77784" y="2743200"/>
            <a:ext cx="2904744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minutes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Log Makes Ownership Visible Earlier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import document handoff delays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22219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23957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 check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627632" y="26243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 split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3851910" y="2441448"/>
            <a:ext cx="128016" cy="256032"/>
          </a:xfrm>
          <a:prstGeom prst="rightArrow">
            <a:avLst/>
          </a:prstGeom>
          <a:solidFill>
            <a:srgbClr val="A63B52">
              <a:alpha val="90000"/>
            </a:srgbClr>
          </a:solidFill>
          <a:ln w="12700">
            <a:solidFill>
              <a:srgbClr val="A63B5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16502" y="22219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9654" y="23957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note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4089654" y="26243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copied details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313932" y="2441448"/>
            <a:ext cx="128016" cy="256032"/>
          </a:xfrm>
          <a:prstGeom prst="rightArrow">
            <a:avLst/>
          </a:prstGeom>
          <a:solidFill>
            <a:srgbClr val="A63B52">
              <a:alpha val="90000"/>
            </a:srgbClr>
          </a:solidFill>
          <a:ln w="12700">
            <a:solidFill>
              <a:srgbClr val="A63B5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8524" y="22219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1676" y="23957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Handoff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551676" y="26243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unclear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5954" y="2441448"/>
            <a:ext cx="128016" cy="256032"/>
          </a:xfrm>
          <a:prstGeom prst="rightArrow">
            <a:avLst/>
          </a:prstGeom>
          <a:solidFill>
            <a:srgbClr val="A63B52">
              <a:alpha val="90000"/>
            </a:srgbClr>
          </a:solidFill>
          <a:ln w="12700">
            <a:solidFill>
              <a:srgbClr val="A63B5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40546" y="22219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F8E8EC"/>
          </a:solidFill>
          <a:ln w="12700">
            <a:solidFill>
              <a:srgbClr val="A63B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3698" y="23957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A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Deadline risk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9013698" y="26243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handoff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713232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54480" y="42793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44531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log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1627632" y="46817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list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3851910" y="4498848"/>
            <a:ext cx="128016" cy="25603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16502" y="42793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89654" y="44531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4089654" y="46817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time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6313932" y="4498848"/>
            <a:ext cx="128016" cy="25603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8524" y="42793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1676" y="44531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6551676" y="46817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 visible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8775954" y="4498848"/>
            <a:ext cx="128016" cy="256032"/>
          </a:xfrm>
          <a:prstGeom prst="rightArrow">
            <a:avLst/>
          </a:prstGeom>
          <a:solidFill>
            <a:srgbClr val="2E6F95">
              <a:alpha val="90000"/>
            </a:srgbClr>
          </a:solidFill>
          <a:ln w="12700">
            <a:solidFill>
              <a:srgbClr val="2E6F9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40546" y="4279392"/>
            <a:ext cx="2260854" cy="822960"/>
          </a:xfrm>
          <a:prstGeom prst="roundRect">
            <a:avLst>
              <a:gd name="adj" fmla="val 4444"/>
            </a:avLst>
          </a:prstGeom>
          <a:solidFill>
            <a:srgbClr val="E5F1F6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13698" y="4453128"/>
            <a:ext cx="21145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9013698" y="4681728"/>
            <a:ext cx="2114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unchanged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Pilot Is Limited and Controlled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import document handoff delays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383280"/>
            <a:ext cx="10058400" cy="0"/>
          </a:xfrm>
          <a:prstGeom prst="line">
            <a:avLst/>
          </a:prstGeom>
          <a:noFill/>
          <a:ln w="27940">
            <a:solidFill>
              <a:srgbClr val="2E6F9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99666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9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0976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fields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01718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9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300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028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1-4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3028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checkpoint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303770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delay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0005822" y="3236976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6F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7404" y="3749040"/>
            <a:ext cx="2409444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7132" y="3904488"/>
            <a:ext cx="21899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057132" y="4206240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 and feedback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2E6F95"/>
          </a:solidFill>
          <a:ln w="12700">
            <a:solidFill>
              <a:srgbClr val="2E6F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63825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Improvement Briefing | Business-client sample slide set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11109960" y="228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10424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Request Is Approval, Ownership, and Review Criteria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352" y="932688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F72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Reducing import document handoff delays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25296"/>
            <a:ext cx="11109960" cy="0"/>
          </a:xfrm>
          <a:prstGeom prst="line">
            <a:avLst/>
          </a:prstGeom>
          <a:noFill/>
          <a:ln w="13970">
            <a:solidFill>
              <a:srgbClr val="CBD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373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today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9844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pilot.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49580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039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8840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documentation lead.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85760" y="2331720"/>
            <a:ext cx="316992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7145">
            <a:solidFill>
              <a:srgbClr val="2E6F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0352" y="25420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F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78368" y="2907792"/>
            <a:ext cx="2584704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1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 the review measures.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BR2e / Presentation Skills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Improvement: Business Client</dc:title>
  <dc:subject>Reducing Import Document Handoff Delays</dc:subject>
  <dc:creator>Language Services</dc:creator>
  <cp:lastModifiedBy>Language Services</cp:lastModifiedBy>
  <cp:revision>1</cp:revision>
  <dcterms:created xsi:type="dcterms:W3CDTF">2026-08-13T05:29:36Z</dcterms:created>
  <dcterms:modified xsi:type="dcterms:W3CDTF">2026-08-13T05:29:36Z</dcterms:modified>
</cp:coreProperties>
</file>