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Four-Week Dashboard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Supplier-status dashboard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331720"/>
            <a:ext cx="996696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7780">
            <a:solidFill>
              <a:srgbClr val="0097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788920"/>
            <a:ext cx="89611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today: confirm pilot teams, launch date, and feedback owner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Status Checks Are Taking 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Supplier-status dashboard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Status-check messages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 last cycle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9 hours per week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7784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7784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across teams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Shows What Needs Attention First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Supplier-status dashboard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48840"/>
            <a:ext cx="248945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514600"/>
            <a:ext cx="208711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67862" y="2148840"/>
            <a:ext cx="248945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9030" y="2514600"/>
            <a:ext cx="208711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49924" y="2148840"/>
            <a:ext cx="248945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1092" y="2514600"/>
            <a:ext cx="208711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31986" y="2148840"/>
            <a:ext cx="2489454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3154" y="2514600"/>
            <a:ext cx="2087118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Creates Three Practical Benefits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Supplier-status dashboard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view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7824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repeated messages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0097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4360" y="2514600"/>
            <a:ext cx="2831592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ownership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Rollout Tests Adoption Before Expansion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Supplier-status dashboard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383280"/>
            <a:ext cx="10058400" cy="0"/>
          </a:xfrm>
          <a:prstGeom prst="line">
            <a:avLst/>
          </a:prstGeom>
          <a:noFill/>
          <a:ln w="27940">
            <a:solidFill>
              <a:srgbClr val="0097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9666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7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01718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7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300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028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3028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03770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7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2-3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005822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97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7404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7132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7132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097B2"/>
          </a:solidFill>
          <a:ln w="12700">
            <a:solidFill>
              <a:srgbClr val="0097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Is to Confirm the Pilot Users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Supplier-status dashboard pilot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0097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nominate two teams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0097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Friday: send access plan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0097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97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Monday: start pilot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BR2e / Presentation Skills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Launch: Business Client</dc:title>
  <dc:subject>Supplier-Status Dashboard Pilot</dc:subject>
  <dc:creator>Language Services</dc:creator>
  <cp:lastModifiedBy>Language Services</cp:lastModifiedBy>
  <cp:revision>1</cp:revision>
  <dcterms:created xsi:type="dcterms:W3CDTF">2026-08-13T05:29:36Z</dcterms:created>
  <dcterms:modified xsi:type="dcterms:W3CDTF">2026-08-13T05:29:36Z</dcterms:modified>
</cp:coreProperties>
</file>