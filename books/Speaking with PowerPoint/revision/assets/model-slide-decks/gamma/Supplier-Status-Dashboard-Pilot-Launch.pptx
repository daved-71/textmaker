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unnel Display" panose="020B0600070205080204" charset="0"/>
      <p:regular r:id="rId13"/>
    </p:embeddedFont>
    <p:embeddedFont>
      <p:font typeface="Funnel Sans" panose="020B0600070205080204" charset="0"/>
      <p:regular r:id="rId14"/>
    </p:embeddedFont>
    <p:embeddedFont>
      <p:font typeface="Funnel Sans Bold" panose="020B060007020508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568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Supplier-Status Dashboard Pilot Launch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focused four-week pilot to eliminate fragmented information and reclaim staff time.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4566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Problem: Fragmented Information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624831"/>
            <a:ext cx="22403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74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52577" y="2305496"/>
            <a:ext cx="22403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Status-Check Messages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52577" y="2615208"/>
            <a:ext cx="22403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Sent in the last reporting cycle alone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79964" y="1624831"/>
            <a:ext cx="22404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~50%</a:t>
            </a:r>
            <a:endParaRPr lang="en-US" sz="3850" dirty="0"/>
          </a:p>
        </p:txBody>
      </p:sp>
      <p:sp>
        <p:nvSpPr>
          <p:cNvPr id="8" name="Text 5"/>
          <p:cNvSpPr/>
          <p:nvPr/>
        </p:nvSpPr>
        <p:spPr>
          <a:xfrm>
            <a:off x="6379964" y="2305496"/>
            <a:ext cx="22404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Duplicate Requests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9964" y="2615208"/>
            <a:ext cx="22404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Asked for information another team already had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66271" y="3467993"/>
            <a:ext cx="22403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</a:t>
            </a:r>
            <a:endParaRPr lang="en-US" sz="3850" dirty="0"/>
          </a:p>
        </p:txBody>
      </p:sp>
      <p:sp>
        <p:nvSpPr>
          <p:cNvPr id="11" name="Text 8"/>
          <p:cNvSpPr/>
          <p:nvPr/>
        </p:nvSpPr>
        <p:spPr>
          <a:xfrm>
            <a:off x="5166271" y="4148658"/>
            <a:ext cx="22403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Staff-Hours Per Week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66271" y="4458370"/>
            <a:ext cx="22403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Lost to repeated status checks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3544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It Happens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74677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Information is scattered across teams with no shared view of the full picture. No single team sees the complete picture — so everyone keeps asking.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821707"/>
            <a:ext cx="2599209" cy="886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400" y="2990329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Team 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68400" y="3300040"/>
            <a:ext cx="21857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Knows the request status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2821707"/>
            <a:ext cx="2599209" cy="886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17181" y="2990329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Team B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517181" y="3300040"/>
            <a:ext cx="21857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Knows the deadline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2821707"/>
            <a:ext cx="2599283" cy="886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5962" y="2990329"/>
            <a:ext cx="21858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Team C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5962" y="3300040"/>
            <a:ext cx="21858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Owns the next action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4973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Solution: One Weekly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8896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internal view answers the question every team is already asking: </a:t>
            </a: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"What needs attention before the next deadline?"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No more cross-team message chains — the answer is already there.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835994"/>
            <a:ext cx="2599209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7912" y="2990329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Request Status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7912" y="3300040"/>
            <a:ext cx="22905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 • Waiting • Complete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2358" y="2835994"/>
            <a:ext cx="2599209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6693" y="2990329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Deadline &amp; Owner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6693" y="3300040"/>
            <a:ext cx="22905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Due date with assigned owner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21139" y="2835994"/>
            <a:ext cx="2599283" cy="857771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5474" y="2990329"/>
            <a:ext cx="229061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Next Action Needed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5474" y="3300040"/>
            <a:ext cx="229061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Clear next task to resolve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828229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Three Concrete Benefits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492597"/>
            <a:ext cx="2259137" cy="1575941"/>
          </a:xfrm>
          <a:prstGeom prst="roundRect">
            <a:avLst>
              <a:gd name="adj" fmla="val 398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106912" y="1646932"/>
            <a:ext cx="19504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Account Managers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6912" y="1956643"/>
            <a:ext cx="195046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Earlier visibility.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Check one view instead of asking multiple people across email threads.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492597"/>
            <a:ext cx="2259137" cy="1575941"/>
          </a:xfrm>
          <a:prstGeom prst="roundRect">
            <a:avLst>
              <a:gd name="adj" fmla="val 398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15621" y="1646932"/>
            <a:ext cx="19504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Account-Service Staff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5621" y="1956643"/>
            <a:ext cx="195046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Fewer repeated messages.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No need to re-answer the same questions across separate threads.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218111"/>
            <a:ext cx="4667845" cy="1097161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06912" y="3372445"/>
            <a:ext cx="43591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Reporting Operations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6912" y="3682157"/>
            <a:ext cx="435917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Clearer ownership.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Easier handoffs and fewer last-minute scrambles before deadlines.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7370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the Dashboard Is </a:t>
            </a:r>
            <a:r>
              <a:rPr lang="en-US" sz="2750" i="1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86" y="2320417"/>
            <a:ext cx="224358" cy="22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24" y="2312938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 a replacement for official reports or account-service processes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572" y="2320417"/>
            <a:ext cx="224358" cy="2243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51611" y="2312938"/>
            <a:ext cx="3468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 shared with clients during the pilot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86" y="3098416"/>
            <a:ext cx="224358" cy="2243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9724" y="3090937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 a record of shipment instructions, orders, or account details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572" y="3098416"/>
            <a:ext cx="224358" cy="2243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51611" y="3090937"/>
            <a:ext cx="3468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data sanitized and approved per internal rules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0769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Four-Week Pilot Schedule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259062"/>
            <a:ext cx="8096845" cy="19050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48891" y="2259025"/>
            <a:ext cx="19050" cy="299219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02345" y="2202954"/>
            <a:ext cx="112142" cy="112142"/>
          </a:xfrm>
          <a:prstGeom prst="ellipse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3150" y="2707928"/>
            <a:ext cx="11706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 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3150" y="3017639"/>
            <a:ext cx="1170608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 pilot users &amp; send user guide.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05646" y="2259025"/>
            <a:ext cx="19050" cy="299219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9100" y="2202954"/>
            <a:ext cx="112142" cy="112142"/>
          </a:xfrm>
          <a:prstGeom prst="ellipse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29904" y="2707928"/>
            <a:ext cx="11706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29904" y="3017639"/>
            <a:ext cx="117060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 goes live; log issues.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62401" y="2259025"/>
            <a:ext cx="19050" cy="299219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15855" y="2202954"/>
            <a:ext cx="112142" cy="112142"/>
          </a:xfrm>
          <a:prstGeom prst="ellipse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86659" y="2707928"/>
            <a:ext cx="11706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 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86659" y="3017639"/>
            <a:ext cx="1170608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field labels &amp; fix confusion.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9155" y="2259025"/>
            <a:ext cx="19050" cy="299219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609" y="2202954"/>
            <a:ext cx="112142" cy="112142"/>
          </a:xfrm>
          <a:prstGeom prst="ellipse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43414" y="2707928"/>
            <a:ext cx="11706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43414" y="3017639"/>
            <a:ext cx="117060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Verify owner &amp; deadline fields.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75910" y="2259025"/>
            <a:ext cx="19050" cy="299219"/>
          </a:xfrm>
          <a:prstGeom prst="roundRect">
            <a:avLst>
              <a:gd name="adj" fmla="val 50000"/>
            </a:avLst>
          </a:prstGeom>
          <a:solidFill>
            <a:srgbClr val="D5C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29364" y="2202954"/>
            <a:ext cx="112142" cy="112142"/>
          </a:xfrm>
          <a:prstGeom prst="ellipse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00168" y="2707928"/>
            <a:ext cx="11706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 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00168" y="3017639"/>
            <a:ext cx="1170608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results — </a:t>
            </a: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continue, revise, or stop.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2127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Success Metric &amp; Support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860500"/>
            <a:ext cx="3973637" cy="1125736"/>
          </a:xfrm>
          <a:prstGeom prst="roundRect">
            <a:avLst>
              <a:gd name="adj" fmla="val 5582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2200" y="2029123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30%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Target Reduction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2200" y="233883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 repeated status-check messages over the four-week pilot period. This is the primary measure of success.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46786" y="1860500"/>
            <a:ext cx="3973637" cy="1125736"/>
          </a:xfrm>
          <a:prstGeom prst="roundRect">
            <a:avLst>
              <a:gd name="adj" fmla="val 5582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15408" y="2029123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Weekly Updates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15408" y="2338834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Reporting operations refreshes all status fields once per week — a predictable, low-overhead cadence.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3577" y="3135809"/>
            <a:ext cx="8096845" cy="886346"/>
          </a:xfrm>
          <a:prstGeom prst="roundRect">
            <a:avLst>
              <a:gd name="adj" fmla="val 7090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2200" y="3304431"/>
            <a:ext cx="77596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Dedicated Feedback Channel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2200" y="3614142"/>
            <a:ext cx="77596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pilot team has one named account manager contact plus a short feedback form for quick issue reporting.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0088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Three Pilot Checks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4011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 the end of Week 4, the review will answer three questions. These are the criteria that determine whether the pilot succeeds.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247751"/>
            <a:ext cx="2599209" cy="1794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3364" y="2359968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2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2200" y="2846115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Message Volume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2200" y="3155826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Are repeated status-check messages measurably reduced?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2247751"/>
            <a:ext cx="2599209" cy="17948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2145" y="2359968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2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40981" y="2846115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Field Clarity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40981" y="3155826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 users understand the fields without additional explanation?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2247751"/>
            <a:ext cx="2599283" cy="17948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31000" y="2359968"/>
            <a:ext cx="179487" cy="2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2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189762" y="2846115"/>
            <a:ext cx="22620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Operational Load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89762" y="3155826"/>
            <a:ext cx="22620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Does the weekly update process create too much work for reporting operations?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197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Next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1120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Three decisions needed from this room to move forward.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918841"/>
            <a:ext cx="2698924" cy="598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3150" y="266685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Today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976563"/>
            <a:ext cx="23997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 pilot teams: </a:t>
            </a: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Team North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Team West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501" y="1918841"/>
            <a:ext cx="2698924" cy="598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72073" y="266685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By Friday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72073" y="2976563"/>
            <a:ext cx="23997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list, access plan, and feedback form ready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425" y="1918841"/>
            <a:ext cx="2698924" cy="5984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0997" y="2666851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Monday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70997" y="2976563"/>
            <a:ext cx="23997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Pilot launches. Dashboard goes live.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23577" y="3773165"/>
            <a:ext cx="8096845" cy="598289"/>
          </a:xfrm>
          <a:prstGeom prst="roundRect">
            <a:avLst>
              <a:gd name="adj" fmla="val 10503"/>
            </a:avLst>
          </a:prstGeom>
          <a:solidFill>
            <a:srgbClr val="D8E7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50" y="3991124"/>
            <a:ext cx="187003" cy="1495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9724" y="3960093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Your confirmation today keeps the Monday launch on track. No further approvals needed after this meeting.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507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Funnel Display</vt:lpstr>
      <vt:lpstr>Funnel Sans Bold</vt:lpstr>
      <vt:lpstr>Arial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David Dobson</cp:lastModifiedBy>
  <cp:revision>2</cp:revision>
  <dcterms:created xsi:type="dcterms:W3CDTF">2026-08-14T01:20:32Z</dcterms:created>
  <dcterms:modified xsi:type="dcterms:W3CDTF">2026-08-14T01:21:52Z</dcterms:modified>
</cp:coreProperties>
</file>