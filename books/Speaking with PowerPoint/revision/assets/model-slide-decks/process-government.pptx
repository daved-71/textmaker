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One-Month Intake Checklist Trial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trial the checklist.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first fields.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FAQ owner.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Are Found Too Late in the Process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received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8980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8436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9876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review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9876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found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7608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form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18504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contacted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46236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5692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7132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inquiry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7132" y="3355848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grows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Returns Come from Common Preventable Errors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applications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one attachment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54%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 contact or ID field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Intake Check Catches Errors Earlier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intake check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contact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81856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1312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2752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FAQ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92752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answers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33360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2816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4256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44256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unchanged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Trial Measures Service Benefit and Counter 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83280"/>
            <a:ext cx="10058400" cy="0"/>
          </a:xfrm>
          <a:prstGeom prst="line">
            <a:avLst/>
          </a:prstGeom>
          <a:noFill/>
          <a:ln w="27940">
            <a:solidFill>
              <a:srgbClr val="3C79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9666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application type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01718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3028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month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03770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and reasons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005822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7404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7132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7132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inquiries and staff comments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Is Trial Approval and FAQ Ownership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returned application forms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trial.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checklist fields.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 FAQ owner.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Improvement: Government Agency</dc:title>
  <dc:subject>Reducing Returned Application Forms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