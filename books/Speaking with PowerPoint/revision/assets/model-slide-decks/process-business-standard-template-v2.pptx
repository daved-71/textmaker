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315200" cy="5486400" type="B5JIS"/>
  <p:notesSz cx="6858000" cy="9144000"/>
  <p:defaultTextStyle>
    <a:defPPr>
      <a:defRPr lang="en-US"/>
    </a:defPPr>
    <a:lvl1pPr marL="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1pPr>
    <a:lvl2pPr marL="307238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2pPr>
    <a:lvl3pPr marL="61447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3pPr>
    <a:lvl4pPr marL="921715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4pPr>
    <a:lvl5pPr marL="1228954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5pPr>
    <a:lvl6pPr marL="1536192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6pPr>
    <a:lvl7pPr marL="184343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7pPr>
    <a:lvl8pPr marL="2150669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8pPr>
    <a:lvl9pPr marL="245790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18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C742-085C-C0ED-26AB-73EA50D94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97890"/>
            <a:ext cx="5486400" cy="191008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70B35-7BE2-E2B0-DBC8-C2B16270A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881630"/>
            <a:ext cx="5486400" cy="1324610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E172E-DF50-C5CB-FF3B-66A614F3E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E3A88-D888-4CE5-2D5C-05F482338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B14A-F323-3214-215D-58AA4A46A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C66F-28E2-6C56-3D99-F6D5C0C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0F6DC-4423-C1E3-B4F1-AABEE28CF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C13C2-52B1-2738-8A6C-A618B5433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1C030-4DB6-3C86-27B2-865A41E2B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93FC-2931-4DEF-4D87-68A179620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99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79DA-E51F-77B3-D3C5-E3FDA401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0" y="1367791"/>
            <a:ext cx="6309360" cy="228219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068A8-1ACA-208A-AB90-925976E55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10" y="3671571"/>
            <a:ext cx="6309360" cy="1200150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DB34E-948B-0E35-4856-5841B7408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EEF8F-9B84-ABE3-C87B-FBCCFE49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B5119-0304-4553-D094-983F1D67C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36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00CD0-F4B9-24F1-BE20-0BF39767E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74E69-9548-4AC9-72BD-D9FC9F94A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460500"/>
            <a:ext cx="310896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C26A9-2BBC-D0E2-D05F-BAD6EE40D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320" y="1460500"/>
            <a:ext cx="310896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7D834-C290-E5C3-96A8-4AB625075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11BB3-369B-9A01-4A42-7ADF2F685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BC77E-25EA-274C-A559-44FBE5139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34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53BE-77E2-F0B2-77A6-94D318DA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292101"/>
            <a:ext cx="6309360" cy="106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C9AED-AFA6-11F5-5E98-646FA493E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73" y="1344930"/>
            <a:ext cx="3094672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72A52-79D6-6D9E-78BF-695D16EE2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873" y="2004060"/>
            <a:ext cx="3094672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A4E52-373B-0B47-99E5-12401BC32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320" y="1344930"/>
            <a:ext cx="3109913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BB8B2-6337-102B-42B6-2AD577881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320" y="2004060"/>
            <a:ext cx="310991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E929DB-F138-DD74-BAFE-DB20A68F5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A95CE2-CF06-8D47-14F2-8123CDAAE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8FA5D9-F76C-A104-268F-0B306412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0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E23B-7AC4-52F5-8402-EB18F6105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5ECB0-3230-8C49-2E8C-FC77A92D1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D493D-141D-9628-531C-3C299E8FC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EE603E-87AE-4177-7A30-199DAB36A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03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3C5A6-971D-6E6F-AE6E-688AA440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995070-99F7-DF50-4118-030D9E92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D0DB8-D962-38B7-A560-3D9092ACB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77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85426-5FCC-91B5-5C63-4A21F3FB3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70347-9CDA-6023-0517-D6B498001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9913" y="789940"/>
            <a:ext cx="3703320" cy="3898900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6958F-AB21-5E08-FB7E-1C487E048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6FA92-0232-7326-D5BE-E4D589CA0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6BDE2-A8BF-85B2-D993-66EA53EB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469E1-C796-B361-8E9A-6C441091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18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638D-484C-5DF7-70AD-929D823A0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9F0652-49ED-9E0B-8494-CC2D5C1E4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09913" y="789940"/>
            <a:ext cx="3703320" cy="3898900"/>
          </a:xfrm>
        </p:spPr>
        <p:txBody>
          <a:bodyPr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683AE-6BB3-1086-6664-BA17E7C99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1A73C-50F2-DD33-A998-07B9A3C9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889DC-27B2-8ABB-7F68-931AEBD87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71CA4-E27C-2443-4A45-56578DFD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F47B-6F4B-A16C-5CE0-85A1B4D1A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E65FC-6A95-0E36-4AAF-BC9AA4EEA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C116C-76BD-59DE-8C33-4FC2BD78D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F7442-4A64-BFBA-35BD-B0CB50AD4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F493A-FAC6-AB49-D9E8-94DFAAC3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4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EBF90-63BF-B703-894E-FDFB5F5AB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234940" y="292100"/>
            <a:ext cx="157734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57F8E-E447-F55F-2319-3C0A4E921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920" y="292100"/>
            <a:ext cx="464058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F9C8E-A947-3945-CB9A-253C77B1D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AE84A-9BE3-A987-64A3-D929F984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22D91-FA05-2177-81E5-C656ABC30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48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014FF-5BFE-245D-3230-79B1AB0C7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E4FD2-4D66-5355-2BA4-5C9F1DFA0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2B6DD-FFFE-542D-666A-C4789C2B4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B23D5-F59C-3159-D97F-F2A4E6C3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BB5EF-66E8-AA08-B5A0-48F66C21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79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2D2A6B-3DB4-9AE7-6FC3-B166EED9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92101"/>
            <a:ext cx="630936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CF68F-A008-8870-7589-2DF11FC4D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460500"/>
            <a:ext cx="630936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BB082-DAFC-8D4E-2ACA-19B3C5ED8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2920" y="5085080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6844C-3C51-4918-A9D5-3B7132835869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1D760-B482-6E94-C8D1-E00482674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3160" y="5085080"/>
            <a:ext cx="24688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0F197-CE65-8C22-1AB8-D0C8423F6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6360" y="5085080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C3495-A25B-46F5-9D8B-F07130A6F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4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EC0BF-A76A-FE38-70A7-030BED666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Approve a Four-Week Workflow Pilot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274E92-31F8-F3A9-5DAD-E6337C8BE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Reducing import document handoff delays
Decision today: pilot, owner, review measures</a:t>
            </a:r>
          </a:p>
        </p:txBody>
      </p:sp>
    </p:spTree>
    <p:extLst>
      <p:ext uri="{BB962C8B-B14F-4D97-AF65-F5344CB8AC3E}">
        <p14:creationId xmlns:p14="http://schemas.microsoft.com/office/powerpoint/2010/main" val="509905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0F39D-A68A-3154-A813-AB8E1F3F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Handoff Notes Are Spread Across Three Places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100B3-74EA-B457-499D-FD8D19CBA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Ownership is unclear before the cutoff window
Email: messages split
Spreadsheet: copied details
Short messages: owner unclear</a:t>
            </a:r>
          </a:p>
        </p:txBody>
      </p:sp>
    </p:spTree>
    <p:extLst>
      <p:ext uri="{BB962C8B-B14F-4D97-AF65-F5344CB8AC3E}">
        <p14:creationId xmlns:p14="http://schemas.microsoft.com/office/powerpoint/2010/main" val="2010391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00D83-8D98-D6EE-2075-EE862CC50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Most Delays Involve Unclear Handoff Notes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9FDBB-883C-B31A-EAD8-C35C34BCD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61% linked to unclear notes
38 late handoffs
22 minutes average rework</a:t>
            </a:r>
          </a:p>
        </p:txBody>
      </p:sp>
    </p:spTree>
    <p:extLst>
      <p:ext uri="{BB962C8B-B14F-4D97-AF65-F5344CB8AC3E}">
        <p14:creationId xmlns:p14="http://schemas.microsoft.com/office/powerpoint/2010/main" val="156649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C924-6DDB-E3F4-A8D6-174A4B18B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Shared Log Makes Ownership Visible Earlier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3088E-ADE2-512F-261A-307688861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Current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2E226-37C5-D968-4624-6E024EA1DA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Email check
Manual note
Handoff
Deadline risk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61BE37-681A-6DAC-4323-2B3141D56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Pilot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4A8C8-214B-7F44-E383-E1ADDFEE9FB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Exception log
Fixed checkpoint
Visible owner
Control unchanged</a:t>
            </a:r>
          </a:p>
        </p:txBody>
      </p:sp>
    </p:spTree>
    <p:extLst>
      <p:ext uri="{BB962C8B-B14F-4D97-AF65-F5344CB8AC3E}">
        <p14:creationId xmlns:p14="http://schemas.microsoft.com/office/powerpoint/2010/main" val="166052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6ABC-A726-17CA-52D0-6AF46ACDF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Pilot Is Limited and Controlled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CDEDB-090D-E088-3788-912BBC3AD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 before expanding
Week 0: review fields
Weeks 1-4: daily checkpoint
End: review delay, rework, and feedback</a:t>
            </a:r>
          </a:p>
        </p:txBody>
      </p:sp>
    </p:spTree>
    <p:extLst>
      <p:ext uri="{BB962C8B-B14F-4D97-AF65-F5344CB8AC3E}">
        <p14:creationId xmlns:p14="http://schemas.microsoft.com/office/powerpoint/2010/main" val="978868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FC50-EBB2-1075-27CE-D3FE9A3A7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Request Is Approval, Ownership, and Review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E4901-2006-5E22-6E86-6AB2211BE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Approve the pilot
Confirm the documentation lead
Agree the review measures</a:t>
            </a:r>
          </a:p>
        </p:txBody>
      </p:sp>
    </p:spTree>
    <p:extLst>
      <p:ext uri="{BB962C8B-B14F-4D97-AF65-F5344CB8AC3E}">
        <p14:creationId xmlns:p14="http://schemas.microsoft.com/office/powerpoint/2010/main" val="2266266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</Words>
  <Application>Microsoft Office PowerPoint</Application>
  <PresentationFormat>Custom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Approve a Four-Week Workflow Pilot</vt:lpstr>
      <vt:lpstr>Handoff Notes Are Spread Across Three Places</vt:lpstr>
      <vt:lpstr>Most Delays Involve Unclear Handoff Notes</vt:lpstr>
      <vt:lpstr>One Shared Log Makes Ownership Visible Earlier</vt:lpstr>
      <vt:lpstr>The Pilot Is Limited and Controlled</vt:lpstr>
      <vt:lpstr>The Request Is Approval, Ownership, and Review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Dobson</dc:creator>
  <cp:lastModifiedBy>David Dobson</cp:lastModifiedBy>
  <cp:revision>1</cp:revision>
  <dcterms:created xsi:type="dcterms:W3CDTF">2026-08-13T05:43:29Z</dcterms:created>
  <dcterms:modified xsi:type="dcterms:W3CDTF">2026-08-13T05:43:29Z</dcterms:modified>
</cp:coreProperties>
</file>