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4C3B7-D130-BA73-50F9-32B282A736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9A29E0-4E79-9150-F862-F29EADE0F1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A05DC-8F3F-1F9C-3E2C-1B4357365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0BD04-7C6F-C0C2-8C2B-5DB0B19A3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C0AEF-5B4E-CD3C-E2AF-B06119F1B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16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9357F-1862-F43D-772E-0D5AAF6D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11BA2-B405-4EB7-4A50-C405F38FC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609E7-A2B3-A06E-CD5E-88A220EC4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320F3-D592-226C-7EE4-111F0F1A0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10309-96BD-EFEA-E8C3-5B8B0B778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4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8D035-929D-B28D-1290-6D6955246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A0360-EE35-AC34-5560-4ADF98248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5370F-2907-54D1-7DF9-669420E1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19513-2AFA-7595-2A55-E40D3410A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4C88C-6199-F476-7BB6-DE171E92F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082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2EB7-F605-93F1-9EFD-C6C94C512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AA605-9453-D49E-F74D-2518A8D7AD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794A3-A155-D627-5885-F32DE87CD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3E550B-71D0-252A-2DBD-BB9B6E62D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FA4778-5F0F-7269-E9A6-0D1AAC514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F5FE7-2ABD-C46F-BB25-9549E6562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48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06D8E-BFD1-864C-4DA2-BCD00FCC8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E76DA-0DC0-F505-2C7D-F9220B652F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188DF-2A6D-69E1-5059-B9EAF209C1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368ADB-B7AC-FB76-7AC1-7C21DEC062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46BB44-5F07-1AEE-2E83-ED56F983D8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D75436-6C62-CB6C-240B-3B644827B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C05CFE-DD87-8670-5D43-5A129F2B2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85EB94-F8FB-B4BB-AEA6-975E0FB95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96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81734-BBDF-0DCE-A580-86EEE494F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9D899-2C35-B463-9E05-C878A2259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180034-8B16-A31D-896C-6650DD2CD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6183A-16CE-11C8-1D53-A7A31CC2E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8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D1A965-447D-40B8-1857-B426DBF37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2A0477-255A-09D6-5AD3-14364D12D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B355A-BA5D-5F8F-0023-9681E64F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07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5179-E97E-9498-7AC4-407071770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B42B-3C78-3358-C81D-93CB7ABC1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2555-61AA-4614-E9F9-677ED3CEA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60337-DB72-7255-3F3D-370CDFF69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AFF475-FC33-7E7F-E90A-4FABBDA26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511AC6-04F3-D354-00FE-B12FAFF03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171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3B705-756C-6A93-9E9C-E7DDF00B0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499C7E-ED1E-C36C-2525-60DA7FA02E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AF68E-6A3A-7AC8-4BB1-A1F2EECC9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6402F5-3DB4-8D52-AA9E-573FF6AD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96B7DE-E19C-E844-FF16-2347E0D42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E7440-05B4-6BFB-C5BC-2790D754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718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9D74-5595-24C7-AE37-B7312577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6F7A3B-CACE-F6AE-7A67-7C563B671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1FBF3-5935-80CE-45FB-F08E17312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5962D-DC04-148A-98F5-79D7F3B57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439FF-5698-5FAB-CBEF-E59CA7380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72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1136EC-00FD-22A0-89D7-8CA6E71CAD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BABE3A-11D9-AF93-75CD-9A5BF4DA1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F4ED4-35AE-9C9F-555C-83F8E70F5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40E2-4A1D-B657-F503-27C1BCDEC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C4826-2353-67A5-4733-87AFD3CD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63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19B0E-1DA0-5713-58DB-C64EDB3F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DBF3C-A7EF-EC83-64CA-F5BF88061A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F8877-467A-F03C-ED8E-36231A790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6D90-ABA3-5EDB-292D-7478DBF3A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B6F0B-1E14-D16A-B808-E5C71086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49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AB4B17-8E5F-7C01-A916-2B0E4B983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BC88CA-1DE0-AE51-FEEF-D9640F7562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B5290-E74C-FF9D-99A4-FB8BB1D007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27AF6A-912D-4C46-A256-6E6A6FF02C93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79266-F5BF-D841-D053-489DA5B8FC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52AC9-5007-E430-0D9A-BC9E8096A5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80A41-0D26-45C0-A0CB-A6488D8530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086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CF5A7-A96C-5C55-BC9A-07D01E191D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Approve a Four-Week Workflow Pilot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D8D0C9-D4A3-A2AF-370D-EAB91B05C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Reducing import document handoff delays
Decision today: pilot, owner, review measures</a:t>
            </a:r>
          </a:p>
        </p:txBody>
      </p:sp>
    </p:spTree>
    <p:extLst>
      <p:ext uri="{BB962C8B-B14F-4D97-AF65-F5344CB8AC3E}">
        <p14:creationId xmlns:p14="http://schemas.microsoft.com/office/powerpoint/2010/main" val="3618252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CC2-55CD-243C-9A5D-1AA9DF28F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Handoff Notes Are Spread Across Three Places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752C1D-DEA2-007D-D467-347C50334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Ownership is unclear before the cutoff window
Email: messages split
Spreadsheet: copied details
Short messages: owner unclear</a:t>
            </a:r>
          </a:p>
        </p:txBody>
      </p:sp>
    </p:spTree>
    <p:extLst>
      <p:ext uri="{BB962C8B-B14F-4D97-AF65-F5344CB8AC3E}">
        <p14:creationId xmlns:p14="http://schemas.microsoft.com/office/powerpoint/2010/main" val="520208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94DE3-85E4-7299-A653-D5B2EE2B0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Most Delays Involve Unclear Handoff Notes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6684B-750D-2B9F-BBA5-9E78465A0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61% linked to unclear notes
38 late handoffs
22 minutes average rework</a:t>
            </a:r>
          </a:p>
        </p:txBody>
      </p:sp>
    </p:spTree>
    <p:extLst>
      <p:ext uri="{BB962C8B-B14F-4D97-AF65-F5344CB8AC3E}">
        <p14:creationId xmlns:p14="http://schemas.microsoft.com/office/powerpoint/2010/main" val="184447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CF93-1A2E-9561-67A2-7A894172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Shared Log Makes Ownership Visible Earlier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DCF905-A79A-58FC-8F62-A0FB324DD7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Current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C6418E-928A-6CCF-9600-A770226141A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Email check
Manual note
Handoff
Deadline risk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74F0CD-1131-E039-4191-DACEAEA19F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Pilot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F6244-3392-0273-FA09-FC127F1F6B7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/>
              <a:t>Exception log
Fixed checkpoint
Visible owner
Control unchanged</a:t>
            </a:r>
          </a:p>
        </p:txBody>
      </p:sp>
    </p:spTree>
    <p:extLst>
      <p:ext uri="{BB962C8B-B14F-4D97-AF65-F5344CB8AC3E}">
        <p14:creationId xmlns:p14="http://schemas.microsoft.com/office/powerpoint/2010/main" val="2214886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A08D-4C23-329F-5653-4DC4407A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Pilot Is Limited and Controlled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6DC49-82E1-F308-D093-38ECA4158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Test before expanding
Week 0: review fields
Weeks 1-4: daily checkpoint
End: review delay, rework, and feedback</a:t>
            </a:r>
          </a:p>
        </p:txBody>
      </p:sp>
    </p:spTree>
    <p:extLst>
      <p:ext uri="{BB962C8B-B14F-4D97-AF65-F5344CB8AC3E}">
        <p14:creationId xmlns:p14="http://schemas.microsoft.com/office/powerpoint/2010/main" val="1829902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F443F-F1A0-2A1A-676D-926606E27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Request Is Approval, Ownership, and Review Criteria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BC43E4-433F-8AD1-3211-517D041F2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Approve the pilot
Confirm the documentation lead
Agree the review measures</a:t>
            </a:r>
          </a:p>
        </p:txBody>
      </p:sp>
    </p:spTree>
    <p:extLst>
      <p:ext uri="{BB962C8B-B14F-4D97-AF65-F5344CB8AC3E}">
        <p14:creationId xmlns:p14="http://schemas.microsoft.com/office/powerpoint/2010/main" val="268007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</Words>
  <Application>Microsoft Office PowerPoint</Application>
  <PresentationFormat>Custom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Approve a Four-Week Workflow Pilot</vt:lpstr>
      <vt:lpstr>Handoff Notes Are Spread Across Three Places</vt:lpstr>
      <vt:lpstr>Most Delays Involve Unclear Handoff Notes</vt:lpstr>
      <vt:lpstr>One Shared Log Makes Ownership Visible Earlier</vt:lpstr>
      <vt:lpstr>The Pilot Is Limited and Controlled</vt:lpstr>
      <vt:lpstr>The Request Is Approval, Ownership, and Review Criteria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Dobson</dc:creator>
  <cp:lastModifiedBy>David Dobson</cp:lastModifiedBy>
  <cp:revision>1</cp:revision>
  <dcterms:created xsi:type="dcterms:W3CDTF">2026-08-13T06:00:43Z</dcterms:created>
  <dcterms:modified xsi:type="dcterms:W3CDTF">2026-08-13T06:00:43Z</dcterms:modified>
</cp:coreProperties>
</file>